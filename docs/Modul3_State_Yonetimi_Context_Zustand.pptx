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371600"/>
            <a:ext cx="2926080" cy="2926080"/>
          </a:xfrm>
          <a:prstGeom prst="ellipse">
            <a:avLst/>
          </a:prstGeom>
          <a:solidFill>
            <a:srgbClr val="13253A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291840"/>
            <a:ext cx="2743200" cy="2743200"/>
          </a:xfrm>
          <a:prstGeom prst="ellipse">
            <a:avLst/>
          </a:prstGeom>
          <a:solidFill>
            <a:srgbClr val="1325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&amp; NEXT.JS ENTERPRISE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Yönetimi (Context API &amp; Zustand)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 drilling probleminden Zustand'ın selector bazlı mimarisine doğru karar zinciri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421892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1421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 Drilling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53412" y="3429000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3412" y="3429000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84448" y="3429000"/>
            <a:ext cx="900684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3429000"/>
            <a:ext cx="9006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8012" y="3429000"/>
            <a:ext cx="1769364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8012" y="3429000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 Mimarisi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Neominal Akademi  •  React &amp; NextJS Enterprise Architecture  •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İÇİNDEKİLER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 Modülde Neler Var?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10540"/>
          </a:xfrm>
          <a:prstGeom prst="roundRect">
            <a:avLst>
              <a:gd name="adj" fmla="val 14328"/>
            </a:avLst>
          </a:prstGeom>
          <a:solidFill>
            <a:srgbClr val="1A2E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32918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State İhtiyacı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26280" y="1234440"/>
            <a:ext cx="37490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 drilling problemleri ve global state mimarileri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18132"/>
            <a:ext cx="8229600" cy="510540"/>
          </a:xfrm>
          <a:prstGeom prst="roundRect">
            <a:avLst>
              <a:gd name="adj" fmla="val 14328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18132"/>
            <a:ext cx="457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818132"/>
            <a:ext cx="32918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Context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818132"/>
            <a:ext cx="37490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oluşturma, Provider mantığı ve useContext ile state tüketimi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01824"/>
            <a:ext cx="8229600" cy="510540"/>
          </a:xfrm>
          <a:prstGeom prst="roundRect">
            <a:avLst>
              <a:gd name="adj" fmla="val 14328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01824"/>
            <a:ext cx="457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401824"/>
            <a:ext cx="32918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API Performans Sorunları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401824"/>
            <a:ext cx="37490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Kontrolsüz tetiklenmeler ve gereksiz re-render süreçleri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85516"/>
            <a:ext cx="8229600" cy="510540"/>
          </a:xfrm>
          <a:prstGeom prst="roundRect">
            <a:avLst>
              <a:gd name="adj" fmla="val 14328"/>
            </a:avLst>
          </a:prstGeom>
          <a:solidFill>
            <a:srgbClr val="1E2D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85516"/>
            <a:ext cx="457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985516"/>
            <a:ext cx="32918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Giriş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985516"/>
            <a:ext cx="37490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Neden Zustand? Store tasarımı ve state oluşturma kuralları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69208"/>
            <a:ext cx="8229600" cy="510540"/>
          </a:xfrm>
          <a:prstGeom prst="roundRect">
            <a:avLst>
              <a:gd name="adj" fmla="val 14328"/>
            </a:avLst>
          </a:prstGeom>
          <a:solidFill>
            <a:srgbClr val="1A2E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69208"/>
            <a:ext cx="457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569208"/>
            <a:ext cx="32918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Asenkron Aksiyonlar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569208"/>
            <a:ext cx="37490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içerisinde API isteklerinin ve yan etkilerin yönetimi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52900"/>
            <a:ext cx="8229600" cy="510540"/>
          </a:xfrm>
          <a:prstGeom prst="roundRect">
            <a:avLst>
              <a:gd name="adj" fmla="val 14328"/>
            </a:avLst>
          </a:prstGeom>
          <a:solidFill>
            <a:srgbClr val="1E2D4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52900"/>
            <a:ext cx="457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4152900"/>
            <a:ext cx="32918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Optimizasyonlu State Tüketimi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4152900"/>
            <a:ext cx="37490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Gereksiz render'ları önlemek için Zustand Selector kullanımı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State Yönetimi (Context &amp; Zustand)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GLOBAL STATE İHTİYACI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 Drilling Problemi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Veri, aradaki her ara katmandan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gereksiz yere geçirilerek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derindeki component'e ulaştırılır — bu 'prop drilling' olarak adlandırılır.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56232"/>
            <a:ext cx="1933956" cy="1371600"/>
          </a:xfrm>
          <a:prstGeom prst="roundRect">
            <a:avLst>
              <a:gd name="adj" fmla="val 5333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476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7249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burada tutulur.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2868" y="23774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55748" y="1856232"/>
            <a:ext cx="1933956" cy="1371600"/>
          </a:xfrm>
          <a:prstGeom prst="roundRect">
            <a:avLst>
              <a:gd name="adj" fmla="val 5333"/>
            </a:avLst>
          </a:prstGeom>
          <a:solidFill>
            <a:srgbClr val="1E2D40"/>
          </a:solidFill>
          <a:ln/>
        </p:spPr>
      </p:sp>
      <p:sp>
        <p:nvSpPr>
          <p:cNvPr id="11" name="Text 9"/>
          <p:cNvSpPr/>
          <p:nvPr/>
        </p:nvSpPr>
        <p:spPr>
          <a:xfrm>
            <a:off x="2665476" y="19476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5476" y="224028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65476" y="27249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Kullanmıyor, sadece aktarıyor.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71416" y="23774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54296" y="1856232"/>
            <a:ext cx="1933956" cy="1371600"/>
          </a:xfrm>
          <a:prstGeom prst="roundRect">
            <a:avLst>
              <a:gd name="adj" fmla="val 5333"/>
            </a:avLst>
          </a:prstGeom>
          <a:solidFill>
            <a:srgbClr val="1A2E3F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19476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4024" y="224028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64024" y="27249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Kullanmıyor, sadece aktarıyor.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69964" y="23774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52844" y="1856232"/>
            <a:ext cx="1933956" cy="1371600"/>
          </a:xfrm>
          <a:prstGeom prst="roundRect">
            <a:avLst>
              <a:gd name="adj" fmla="val 5333"/>
            </a:avLst>
          </a:prstGeom>
          <a:solidFill>
            <a:srgbClr val="1E2D4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2572" y="19476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62572" y="224028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UserMenu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62572" y="27249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Asıl kullanan component burası.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456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Her ara katman, ihtiyacı olmayan veriyi sadece bir alt seviyeye taşımak için gereksiz prop kabul eder — bakımı zorlaştırır.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State Yönetimi (Context &amp; Zustand)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GLOBAL STATE İHTİYACI (devam)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State Mimarilerine Neden İhtiyaç Var?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 Drilling'in Getirdiği Sorunlar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8229600" cy="752856"/>
          </a:xfrm>
          <a:prstGeom prst="roundRect">
            <a:avLst>
              <a:gd name="adj" fmla="val 9717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91056"/>
            <a:ext cx="246888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Bakım Zorluğu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591056"/>
            <a:ext cx="512064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Ara katmanlardaki component'lerin imzası (props listesi), sadece aktarım için şişer — okunabilirlik düşer.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80488"/>
            <a:ext cx="8229600" cy="752856"/>
          </a:xfrm>
          <a:prstGeom prst="roundRect">
            <a:avLst>
              <a:gd name="adj" fmla="val 971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35352"/>
            <a:ext cx="246888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Yeniden Kullanılabilirlik Kaybı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435352"/>
            <a:ext cx="512064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Ara component'ler artık belirli bir prop zincirine bağımlı hale gelir, başka yerde kullanılması zorlaşır.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24784"/>
            <a:ext cx="8229600" cy="752856"/>
          </a:xfrm>
          <a:prstGeom prst="roundRect">
            <a:avLst>
              <a:gd name="adj" fmla="val 9717"/>
            </a:avLst>
          </a:prstGeom>
          <a:solidFill>
            <a:srgbClr val="1A2E3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79648"/>
            <a:ext cx="246888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Refactoring Riski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279648"/>
            <a:ext cx="512064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 akışı derinleştikçe, bir prop adını değiştirmek zincirdeki TÜM component'leri etkiler.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Çözüm Yönü: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state mimarileri (Context API, Zustand vb.), veriyi ara katmanlardan geçirmeden doğrudan ihtiyaç duyan component'e ulaştırır.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State Yönetimi (Context &amp; Zustand)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REACT CONTEXT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Oluşturma ve Provider Mantığı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API, React'in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kendi bünyesinde gelen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prop drilling çözümüdür — üç temel adımdan oluşur.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Üç Temel Adım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createContext()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ThemeContext = createContext(defaultValue) — bir context objesi oluşturulur.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76728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1592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831592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&lt;ThemeContext.Provider value={theme}&gt; — context'in değerini alt component ağacına sağlar.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22904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7768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useContext()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77768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theme = useContext(ThemeContext) — herhangi bir derinlikteki component, prop geçirmeden context değerini okuyabilir.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Avantaj: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 drilling'i tamamen ortadan kaldırır — Theme, Auth gibi küçük/orta ölçekli state için idealdir.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State Yönetimi (Context &amp; Zustand)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CONTEXT API PERFORMANS SORUNLARI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Kontrolsüz Tetiklenmeler ve Gereksiz Re-render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Context Provider'ın value'su değiştiğinde,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TÜM tüketici component'ler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yeniden render edilir — sadece kendilerini ilgilendiren kısım değişmese bile.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 Context, Çoklu Veri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SORUN KAYNAĞI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'AppContext' içinde hem 'theme' hem 'user' tutuluyorsa, sadece 'user' değiştiğinde theme'i kullanan component'ler de gereksiz render olur.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 Eksikliği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9300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YAPISAL SINIRLAMA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300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API'de Zustand'daki gibi 'sadece ilgilenilen alanı dinleme' (selector) mekanizması yoktur — useContext her zaman TÜM value'yu döndürür.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Sık Güncellenen State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2764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KÖTÜ SENARYO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Saniyede birkaç kez değişen bir state Context'te tutulursa, tüm tüketici ağacında ciddi performans sorunu oluşur.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D4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30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Dikkat: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API'yi sık güncellenen state için kullanmayın — Theme veya Auth gibi nadiren değişen veriler için idealdir.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State Yönetimi (Context &amp; Zustand)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ZUSTAND GİRİŞ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Neden Zustand? Store Tasarımı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Zustand, Context Provider ağacına ihtiyaç duymadan çalışan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bağımsız bir store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oluşturur.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Oluşturma Kuralları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create() Çağrısı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useStore = create((set) =&gt; ({ count: 0, increment: () =&gt; set(s =&gt; ({count: s.count+1})) })) — state ve action'lar tek yerde tanımlanır.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76728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1592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Gerekmez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831592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Store, herhangi bir component'ten doğrudan import edilip kullanılır — component ağacını sarmalamaya gerek yoktur.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22904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7768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set() Fonksiyonu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77768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güncellemesi her zaman set() üzerinden yapılır; mevcut state'e erişmek için set(state =&gt; ...) kalıbı kullanılır.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Neden Zustand: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boilerplate, Provider yok, selector varsayılan olarak destekleniyor — 'global useState' gibi hissettirir.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State Yönetimi (Context &amp; Zustand)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ASENKRON AKSİYONLAR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Zustand'da API İstekleri ve Yan Etkiler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Asenkron aksiyonlar (API çağrıları),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doğrudan store içinde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tanımlanabilir — ekstra middleware veya context gerekmez.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Tipik Kalıp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Action Tanımı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fetchUser: async () =&gt; { set({loading: true}); const data = await api.getUser(); set({user: data, loading: false}); 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76728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1592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Loading/Error 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831592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İstek öncesi/sonrası loading ve error alanları da aynı store içinde tutulur — ayrı bir state yönetimi katmanına gerek yoktur.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22904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7768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Component'ten Çağrım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77768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useEffect içinde useStore(s =&gt; s.fetchUser)() çağrılarak component mount olduğunda veri çekilir.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Kurumsal Not: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Zustand'ın kendi içinde RTK Query gibi bir cache/revalidation katmanı YOKTUR — server state için TanStack Query/SWR ile birlikte kullanılması önerilir.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State Yönetimi (Context &amp; Zustand)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RENDER OPTİMİZASYONLU STATE TÜKETİMİ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Selector Kullanımı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 mekanizması sayesinde bir component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sadece ilgilendiği alan değiştiğinde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render olur.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 Kalıpları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Temel Selector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count = useStore(state =&gt; state.count) — sadece 'count' değiştiğinde bu component render olur, store'daki diğer alanlar etkilemez.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76728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1592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Tüm State'i Almak (Kaçınılmalı)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831592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state = useStore() — TÜM store'u alır, herhangi bir alan değiştiğinde component render olur; selector kullanmamak performans kaybına yol açar.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22904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7768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Çoklu Alan Seçimi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77768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Birden fazla alan gerekiyorsa ayrı ayrı selector çağrıları yapılır veya shallow karşılaştırma middleware'i kullanılır.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Karar Kılavuzu: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state → useState. Nadiren değişen, 2-3 seviye prop drilling → Context API. Sık güncellenen, performans kritik → Zustand + Selector.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State Yönetimi (Context &amp; Zustand)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ÖZET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Anahtar Çıkarımlar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 drilling, veriyi ara katmanlardan geçirerek en derindeki component'e ulaştırır — bakım ve refactoring zorluğu yaratır.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74955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49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72212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API üç adımdan oluşur: createContext() → Provider → useContext(); prop drilling'i ortadan kaldırır.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3723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37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20980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Context'te bir value değiştiğinde TÜM tüketici component'ler re-render olur — selector mekanizması yoktur.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69748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Zustand, Provider'a ihtiyaç duymadan bağımsız bir store oluşturur; create() ile state ve action'lar tek yerde tanımlanır.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1259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12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18516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Asenkron aksiyonlar (API çağrıları) doğrudan store içinde tanımlanabilir — ekstra middleware gerekmez.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0027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00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67284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 kullanımı (useStore(s =&gt; s.x)), component'in sadece ilgilendiği alan değiştiğinde render olmasını sağlar — Zustand'ın performans avantajının temelidir.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Sıradaki: Modül 4 — Modern Next.js App Router Mimarisi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3 · State Yönetimi (Context &amp; Zustand)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2026-08-16T13:21:23Z</dcterms:created>
  <dcterms:modified xsi:type="dcterms:W3CDTF">2026-08-16T13:21:23Z</dcterms:modified>
</cp:coreProperties>
</file>