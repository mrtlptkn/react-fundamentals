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2926080" cy="2926080"/>
          </a:xfrm>
          <a:prstGeom prst="ellipse">
            <a:avLst/>
          </a:prstGeom>
          <a:solidFill>
            <a:srgbClr val="13253A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743200" cy="2743200"/>
          </a:xfrm>
          <a:prstGeom prst="ellipse">
            <a:avLst/>
          </a:prstGeom>
          <a:solidFill>
            <a:srgbClr val="1325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&amp; NEXT.JS ENTERPRISE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Fundamentals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mimarisi, JSX, Props/State, koşullu render, event yönetimi ve Hooks'a giriş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53212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5532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4732" y="3429000"/>
            <a:ext cx="1421892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4732" y="3429000"/>
            <a:ext cx="1421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&amp; 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9504" y="3429000"/>
            <a:ext cx="726948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3429000"/>
            <a:ext cx="72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9332" y="3429000"/>
            <a:ext cx="1682496" cy="384048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9332" y="34290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Events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Neominal Akademi  •  React &amp; NextJS Enterprise Architecture  •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İÇİNDEKİLER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Modülde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A2E3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Bileşen (Component) Mimarisi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26280" y="1234440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Components ve klasik UI parçalama mantığı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34747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4747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734747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 Kavramı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734747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Arka plandaki çalışma mekanizması ve Virtual DOM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35055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35055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235055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ve State Yapıları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235055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taşıma, uni-directional data flow, mutability kuralları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35362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E2D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35362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735362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 &amp; Loops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735362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Koşullu render ve liste döngüleri, key prop'un önemi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35670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A2E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35670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235670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Events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235670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Events ve event handler yönetimi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35977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E2D4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35977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3735977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 Giriş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3735977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useState, useEffect ve bileşen yaşam döngüsü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36285"/>
            <a:ext cx="8229600" cy="427155"/>
          </a:xfrm>
          <a:prstGeom prst="roundRect">
            <a:avLst>
              <a:gd name="adj" fmla="val 17125"/>
            </a:avLst>
          </a:prstGeom>
          <a:solidFill>
            <a:srgbClr val="1A2E3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36285"/>
            <a:ext cx="45720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236285"/>
            <a:ext cx="32918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Sürekli Render Hataları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4236285"/>
            <a:ext cx="3749040" cy="427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array hataları ve sonsuz döngü tespiti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COMPONENT MİMARİSİ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Bileşen (Component) Mimarisi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React'te arayüz,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Components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ile küçük, yeniden kullanılabilir parçalara ayrılır — klasik UI parçalama mantığının temelidir.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Component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YAPI TAŞI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fonksiyon; props alır, JSX döndürür. Class component'lerin yerini almıştır — Hooks ile state/lifecycle yönetir.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Kompozisyon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PARÇALAMA MANTIĞI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Büyük bir ekran, Header/Sidebar/Card gibi küçük component'lerin birleşimidir; her biri tek bir sorumluluğa sahiptir.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764792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A2E3F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Yeniden Kullanılabilirlik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2764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551176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Aynı component, farklı props ile farklı ekranlarda tekrar tekrar kullanılabilir — kod tekrarını azaltır.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D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307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Prensip: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component'in tek bir işi olmalı — büyüyen component'ler daha küçük alt component'lere bölünmelidir.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JSX KAVRAMI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 → Virtual DOM Çalışma Mekanizması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JSX, HTML benzeri bir sözdizimidir ama aslında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fonksiyon çağrılarına derlenir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Babel/SWC bu dönüşümü yapar.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Arka Planda Ne Olur?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 Yazımı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&lt;div className='card'&gt;&lt;h1&gt;{title}&lt;/h1&gt;&lt;/div&gt; gibi HTML benzeri sözdizimi kullanılır.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004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Derleme (Babel/SWC)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670048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JSX, React.createElement(...) çağrılarına dönüştürülür — tarayıcı JSX'i doğrudan anlamaz.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5468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DOM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Hafif bir JS objesi olarak hafızada oluşturulur; gerçek DOM'dan çok daha hızlı karşılaştırılabilir.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DOM Güncellemesi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639312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DOM karşılaştırması (diffing) sonrası SADECE değişen kısımlar gerçek DOM'a yansıtılır.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Neden Önemli: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mekanizma sayesinde React, gereksiz tam-sayfa DOM güncellemelerinden kaçınarak performansı artırır.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PROPS VE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ve State Yapıları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İkisi de component'in verisini tutar, ama davranışları tamamen farklıdır: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salt okunur, State değiştirilebilir.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Farklar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(Dışarıdan Gelen)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→ Child TEK YÖNLÜ (uni-directional) veri akışı; component içinde asla değiştirilemez (read-only).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7004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(İç Durum)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670048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Component'in kendi hafızası; useState ile tanımlanır, sadece setState çağrısıyla güncellenir.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5468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Uni-Directional Data 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her zaman yukarıdan aşağıya akar — child, parent'ın state'ini doğrudan değiştiremez, sadece callback prop'larla haber verebilir.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8229600" cy="393192"/>
          </a:xfrm>
          <a:prstGeom prst="roundRect">
            <a:avLst>
              <a:gd name="adj" fmla="val 18605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Mutability Kuralı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639312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DOĞRUDAN mutate edilemez (örn. state.push(x) YANLIŞ); her zaman yeni bir referans ile güncellenmelidir.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Sık Hata: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State'i doğrudan mutate etmek (array/object içini değiştirmek) React'in re-render tetiklemesini engeller — her zaman yeni obje/array oluşturun.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CONDITIONS &amp;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Koşullu Render ve Liste Döngüleri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Kullanım Kalıpları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91056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Rendering (&amp;&amp;)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91056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{isLoggedIn &amp;&amp; &lt;Dashboard /&gt;} — koşul true ise component render edilir, false ise hiçbir şey render edilmez.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80488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35352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Rendering (Ternary)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435352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{status ? &lt;A /&gt; : &lt;B /&gt;} — iki farklı component arasında koşula göre seçim yapmak için kullanılır.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24784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A2E3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79648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Rendering (.map)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79648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items.map(i =&gt; &lt;Li key={i.id}&gt;...&lt;/Li&gt;) — bir diziyi component listesine dönüştürmenin standart yoludur.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Kritik Kural: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render ederken key prop olarak ASLA array index kullanmayın — sıralama değişebiliyorsa yanlış eşleştirme ve beklenmedik UI hatalarına yol açar. Her zaman veriye ait benzersiz bir ID kullanın.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REACT EVENTS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Events ve Event Handler Yönetimi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onClick, onChange gibi handler'lar native DOM event'leri değildir — React'in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kendi sarmalanmış olay sistemidir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Event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SARMALAMA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551176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React, native tarayıcı event'lerini kendi SyntheticEvent objesiyle sarmalar — tüm tarayıcılarda tutarlı bir API sağlar.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764792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1A2E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Tarayıcılar Arası Tutarlılık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9300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UYUMLULUK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2551176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Farklı tarayıcıların native event farklılıkları React tarafından gizlenir; kod her yerde aynı şekilde çalışır.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764792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1A2E3F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91109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Handler Tanımlama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27648" y="22402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KULLANIM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551176"/>
            <a:ext cx="21579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onClick={handleClick} gibi doğrudan prop olarak fonksiyon geçirilir — addEventListener'a gerek yoktur.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HOOKS GİRİŞ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useState, useEffect ve Yaşam Döngüsü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Hooks, function component'lere state ve yan etki (side effect) yönetimi kazandıran React fonksiyonlarıdır.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Temel İki Hook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8229600" cy="546354"/>
          </a:xfrm>
          <a:prstGeom prst="roundRect">
            <a:avLst>
              <a:gd name="adj" fmla="val 13389"/>
            </a:avLst>
          </a:prstGeom>
          <a:solidFill>
            <a:srgbClr val="1A2E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246888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185416"/>
            <a:ext cx="5120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Component'e state ekler: const [value, setValue] = useState(initial). setValue çağrısı re-render tetikler.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68346"/>
            <a:ext cx="8229600" cy="546354"/>
          </a:xfrm>
          <a:prstGeom prst="roundRect">
            <a:avLst>
              <a:gd name="adj" fmla="val 13389"/>
            </a:avLst>
          </a:prstGeom>
          <a:solidFill>
            <a:srgbClr val="1E2D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23210"/>
            <a:ext cx="246888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823210"/>
            <a:ext cx="5120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 etkileri (API çağrısı, subscription, DOM manipülasyonu) yönetir; render sonrası çalışır.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06140"/>
            <a:ext cx="8229600" cy="546354"/>
          </a:xfrm>
          <a:prstGeom prst="roundRect">
            <a:avLst>
              <a:gd name="adj" fmla="val 13389"/>
            </a:avLst>
          </a:prstGeom>
          <a:solidFill>
            <a:srgbClr val="1A2E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61004"/>
            <a:ext cx="246888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61004"/>
            <a:ext cx="5120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ilk kez DOM'a eklenir — useEffect'in boş dependency array ile çalıştığı andır.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43934"/>
            <a:ext cx="8229600" cy="546354"/>
          </a:xfrm>
          <a:prstGeom prst="roundRect">
            <a:avLst>
              <a:gd name="adj" fmla="val 13389"/>
            </a:avLst>
          </a:prstGeom>
          <a:solidFill>
            <a:srgbClr val="1E2D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98798"/>
            <a:ext cx="246888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/ Unmount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098798"/>
            <a:ext cx="5120640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Update: props/state değiştiğinde yeniden render. Unmount: component DOM'dan kaldırılır (cleanup burada tetiklenir).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SÜREKLİ RENDER HATALARI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Array Hataları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useEffect'in dependency array'i yanlış kurgulanırsa </a:t>
            </a:r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sonsuz render döngüsü</a:t>
            </a:r>
            <a:pPr indent="0" marL="0">
              <a:buNone/>
            </a:pPr>
            <a:r>
              <a:rPr lang="en-US" sz="12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oluşabilir.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İçinde setState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 içinde bir state güncellenir.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2868" y="2377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55748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E2D40"/>
          </a:solidFill>
          <a:ln/>
        </p:spPr>
      </p:sp>
      <p:sp>
        <p:nvSpPr>
          <p:cNvPr id="11" name="Text 9"/>
          <p:cNvSpPr/>
          <p:nvPr/>
        </p:nvSpPr>
        <p:spPr>
          <a:xfrm>
            <a:off x="2665476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5476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Değişir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65476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Re-render tetiklenir.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1416" y="2377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54296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A2E3F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4024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Array'de VARSA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64024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TEKRAR çalışır.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69964" y="2377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52844" y="1856232"/>
            <a:ext cx="1933956" cy="1371600"/>
          </a:xfrm>
          <a:prstGeom prst="roundRect">
            <a:avLst>
              <a:gd name="adj" fmla="val 5333"/>
            </a:avLst>
          </a:prstGeom>
          <a:solidFill>
            <a:srgbClr val="1E2D4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2572" y="1947672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62572" y="224028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Döngü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62572" y="272491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 adımlar sürekli tekrarlanır.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456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Çözüm: Dependency array'i doğru kurgulayın veya state güncellemesini koşullu (if kontrolü) yapın.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SÜREKLİ RENDER HATALARI (devam)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Array Davranışları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Temel Senaryo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A2E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91056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Dizi Yok — useEffect(() =&gt; {...})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91056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render'da çalışır — genelde istenmeyen bir durumdur, performans sorununa yol açar.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80488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35352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Boş Dizi — useEffect(() =&gt; {...}, [])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435352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component mount olduğunda (ilk render) bir kez çalışır — API çağrısı, event listener kurulumu için tipiktir.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24784"/>
            <a:ext cx="8229600" cy="752856"/>
          </a:xfrm>
          <a:prstGeom prst="roundRect">
            <a:avLst>
              <a:gd name="adj" fmla="val 9717"/>
            </a:avLst>
          </a:prstGeom>
          <a:solidFill>
            <a:srgbClr val="1A2E3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79648"/>
            <a:ext cx="246888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Belirli Bağımlılıklar — [count]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79648"/>
            <a:ext cx="5120640" cy="64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dizideki değer(ler) değiştiğinde çalışır — en sık kullanılan ve kontrol edilebilir kalıptır.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2D4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Best Practice:  </a:t>
            </a:r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içinde güncellenen bir state aynı zamanda dependency array'de varsa sonsuz döngü riski oluşur — güncellemeyi koşullu yapın.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ÖZET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Anahtar Çıkarımlar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mimarisi: Functional Components ile arayüz küçük, tek sorumluluklu parçalara ayrılır.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4955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49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72212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JSX, Babel/SWC ile JavaScript fonksiyon çağrılarına derlenir ve Virtual DOM üzerinden gerçek DOM'a yansır.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3723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37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20980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Props salt okunurdur (parent → child); state ise component'in kendi mutable hafızasıdır ve doğrudan mutate edilemez.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69748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render'da key olarak array index kullanmak, sıralama değiştiğinde yanlış eşleştirmeye yol açar.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1259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12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18516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Events, tarayıcılar arası tutarlı bir event API'si sağlar.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0027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00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672840"/>
            <a:ext cx="7772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useEffect dependency array'i boşsa sadece mount'ta, doluysa belirtilen değer değiştiğinde, yoksa her render'da çalışır — yanlış kurgulama sonsuz döngüye yol açar.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Sıradaki: Modül 2 — Advanced Hooks, Memoization &amp; Form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MODÜL 1 · React Fundamentals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2026-08-16T13:12:14Z</dcterms:created>
  <dcterms:modified xsi:type="dcterms:W3CDTF">2026-08-16T13:12:14Z</dcterms:modified>
</cp:coreProperties>
</file>