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371600"/>
            <a:ext cx="2926080" cy="2926080"/>
          </a:xfrm>
          <a:prstGeom prst="ellipse">
            <a:avLst/>
          </a:prstGeom>
          <a:solidFill>
            <a:srgbClr val="13253A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291840"/>
            <a:ext cx="2743200" cy="2743200"/>
          </a:xfrm>
          <a:prstGeom prst="ellipse">
            <a:avLst/>
          </a:prstGeom>
          <a:solidFill>
            <a:srgbClr val="1325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&amp; NEXT.JS ENTERPRISE ARCHITECTURE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Modül 2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Hooks, Memoization &amp; Form Management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Memoization, ileri hook'lar, custom hook tasarımı ve RHF + Zod ile kurumsal form yönetimi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0F192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429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memo/useMemo/useCallback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0" y="3429000"/>
            <a:ext cx="813816" cy="384048"/>
          </a:xfrm>
          <a:prstGeom prst="roundRect">
            <a:avLst>
              <a:gd name="adj" fmla="val 50000"/>
            </a:avLst>
          </a:prstGeom>
          <a:solidFill>
            <a:srgbClr val="0F192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3429000"/>
            <a:ext cx="813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useRef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05656" y="3429000"/>
            <a:ext cx="1335024" cy="384048"/>
          </a:xfrm>
          <a:prstGeom prst="roundRect">
            <a:avLst>
              <a:gd name="adj" fmla="val 50000"/>
            </a:avLst>
          </a:prstGeom>
          <a:solidFill>
            <a:srgbClr val="0F192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05656" y="342900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Hooks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23560" y="3429000"/>
            <a:ext cx="1074420" cy="384048"/>
          </a:xfrm>
          <a:prstGeom prst="roundRect">
            <a:avLst>
              <a:gd name="adj" fmla="val 50000"/>
            </a:avLst>
          </a:prstGeom>
          <a:solidFill>
            <a:srgbClr val="0F192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3429000"/>
            <a:ext cx="10744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RHF + Zod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Neominal Akademi  •  React &amp; NextJS Enterprise Architecture  • 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MODÜL 2 · İÇİNDEKİLER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 Modülde Neler Var?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627278"/>
          </a:xfrm>
          <a:prstGeom prst="roundRect">
            <a:avLst>
              <a:gd name="adj" fmla="val 11662"/>
            </a:avLst>
          </a:prstGeom>
          <a:solidFill>
            <a:srgbClr val="1A2E3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45720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130759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Memoization Mastery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53253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memo, useMemo ve useCallback ile gereksiz render'ların engellenmesi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934870"/>
            <a:ext cx="8229600" cy="627278"/>
          </a:xfrm>
          <a:prstGeom prst="roundRect">
            <a:avLst>
              <a:gd name="adj" fmla="val 11662"/>
            </a:avLst>
          </a:prstGeom>
          <a:solidFill>
            <a:srgbClr val="1E2D4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34870"/>
            <a:ext cx="45720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" y="200802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Gelişmiş Hooks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232965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useRef, useLayoutEffect ve useImperativeHandle ile düşük seviyeli kontrol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35301"/>
            <a:ext cx="8229600" cy="627278"/>
          </a:xfrm>
          <a:prstGeom prst="roundRect">
            <a:avLst>
              <a:gd name="adj" fmla="val 11662"/>
            </a:avLst>
          </a:prstGeom>
          <a:solidFill>
            <a:srgbClr val="1A2E3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35301"/>
            <a:ext cx="45720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43000" y="2708453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Hook Tasarımı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933395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İş mantığını UI'dan ayırma ve reusable hook yazma standartları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335731"/>
            <a:ext cx="8229600" cy="627278"/>
          </a:xfrm>
          <a:prstGeom prst="roundRect">
            <a:avLst>
              <a:gd name="adj" fmla="val 11662"/>
            </a:avLst>
          </a:prstGeom>
          <a:solidFill>
            <a:srgbClr val="1E2D4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35731"/>
            <a:ext cx="45720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" y="3408883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Hook Form (RHF)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363382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Controlled vs uncontrolled bileşenler, performanslı form yönetimi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036162"/>
            <a:ext cx="8229600" cy="627278"/>
          </a:xfrm>
          <a:prstGeom prst="roundRect">
            <a:avLst>
              <a:gd name="adj" fmla="val 11662"/>
            </a:avLst>
          </a:prstGeom>
          <a:solidFill>
            <a:srgbClr val="1A2E3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036162"/>
            <a:ext cx="45720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" y="410931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Zod ile Schema Validation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433425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verilerinin runtime doğrulaması ve tip güvenliği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MODÜL 2 · Advanced Hooks &amp; Form Management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 MEMOIZATION MASTERY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memo, useMemo ve useCallback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Üç mekanizma da </a:t>
            </a:r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gereksiz re-render'ları engellemek</a:t>
            </a:r>
            <a:pPr indent="0" marL="0">
              <a:buNone/>
            </a:pPr>
            <a:r>
              <a:rPr lang="en-US" sz="12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için kullanılır, ama her biri farklı bir maliyeti hedefler.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764792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1A2E3F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911096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React.memo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58368" y="224028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 MEMOIZE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551176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Aynı props ile gelen bir component'in yeniden render edilmesini engeller — shallow comparison yapar.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764792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1A2E3F"/>
          </a:solidFill>
          <a:ln/>
        </p:spPr>
      </p:sp>
      <p:sp>
        <p:nvSpPr>
          <p:cNvPr id="10" name="Text 8"/>
          <p:cNvSpPr/>
          <p:nvPr/>
        </p:nvSpPr>
        <p:spPr>
          <a:xfrm>
            <a:off x="3493008" y="1911096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useMemo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493008" y="224028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DEĞER MEMOIZE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93008" y="2551176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Hesaplanan bir değeri, bağımlılıkları değişmediği sürece yeniden hesaplamaz — pahalı hesaplamalar için idealdir.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1764792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1A2E3F"/>
          </a:solidFill>
          <a:ln/>
        </p:spPr>
      </p:sp>
      <p:sp>
        <p:nvSpPr>
          <p:cNvPr id="14" name="Text 12"/>
          <p:cNvSpPr/>
          <p:nvPr/>
        </p:nvSpPr>
        <p:spPr>
          <a:xfrm>
            <a:off x="6327648" y="1911096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useCallback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27648" y="224028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FONKSİYON MEMOIZE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27648" y="2551176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Bir fonksiyon referansını memoize eder; memo ile sarmalanmış child component'lere sabit prop geçirmek için kritiktir.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730752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E2D4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7307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Over-Optimization Uyarısı:  </a:t>
            </a:r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 mekanizmaların kendisi de bir maliyettir (karşılaştırma işlemi gerektirir) — React DevTools Profiler ile önce gerçek bottleneck'i tespit edin, sonra hedefli uygulayın.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MODÜL 2 · Advanced Hooks &amp; Form Management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GELİŞMİŞ HOOKS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useRef, useLayoutEffect, useImperativeHandle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 üç hook, React'in normal deklaratif akışının dışına çıkarak </a:t>
            </a:r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düşük seviyeli DOM ve render kontrolü</a:t>
            </a:r>
            <a:pPr indent="0" marL="0">
              <a:buNone/>
            </a:pPr>
            <a:r>
              <a:rPr lang="en-US" sz="12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sağlar.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764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 Zaman Kullanılır?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30552"/>
            <a:ext cx="8229600" cy="554736"/>
          </a:xfrm>
          <a:prstGeom prst="roundRect">
            <a:avLst>
              <a:gd name="adj" fmla="val 13187"/>
            </a:avLst>
          </a:prstGeom>
          <a:solidFill>
            <a:srgbClr val="1A2E3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85416"/>
            <a:ext cx="246888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useRef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2185416"/>
            <a:ext cx="51206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 element'e doğrudan erişim (focus, scroll) veya render tetiklemeden bir değeri saklamak (timer ID, previous value) için.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776728"/>
            <a:ext cx="8229600" cy="554736"/>
          </a:xfrm>
          <a:prstGeom prst="roundRect">
            <a:avLst>
              <a:gd name="adj" fmla="val 13187"/>
            </a:avLst>
          </a:prstGeom>
          <a:solidFill>
            <a:srgbClr val="1E2D4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831592"/>
            <a:ext cx="246888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useLayoutEffect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831592"/>
            <a:ext cx="51206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 güncellemesi tamamlandıktan hemen sonra, tarayıcı boyamadan (paint) ÖNCE senkron çalışması gereken ölçüm/manipülasyon işlemleri için.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422904"/>
            <a:ext cx="8229600" cy="554736"/>
          </a:xfrm>
          <a:prstGeom prst="roundRect">
            <a:avLst>
              <a:gd name="adj" fmla="val 13187"/>
            </a:avLst>
          </a:prstGeom>
          <a:solidFill>
            <a:srgbClr val="1A2E3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477768"/>
            <a:ext cx="246888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useImperativeHandle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3477768"/>
            <a:ext cx="51206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forwardRef ile birlikte kullanılarak, child component'in parent'a sadece belirli metodları (focus(), clear()) içeren özel bir ref API'si sunması için.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E2D4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160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Not:  </a:t>
            </a:r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useLayoutEffect, useEffect'in senkron kardeşidir — çoğu durumda useEffect yeterlidir, sadece görsel titreme (flicker) riski varsa useLayoutEffect'e geçilmelidir.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MODÜL 2 · Advanced Hooks &amp; Form Management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CUSTOM HOOK TASARIMI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İş Mantığını UI'dan Ayırmak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hook'lar, </a:t>
            </a:r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'use' ile başlayan</a:t>
            </a:r>
            <a:pPr indent="0" marL="0">
              <a:buNone/>
            </a:pPr>
            <a:r>
              <a:rPr lang="en-US" sz="12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ve state/effect mantığını component'ten bağımsızlaştıran yeniden kullanılabilir fonksiyonlardır.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764792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1A2E3F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911096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Logic / UI Ayrımı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58368" y="224028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PRENSİP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551176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Bir component'in içindeki state ve effect mantığı, component büyüdükçe okunması zorlaşır — custom hook bu mantığı dışarı taşır.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764792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1A2E3F"/>
          </a:solidFill>
          <a:ln/>
        </p:spPr>
      </p:sp>
      <p:sp>
        <p:nvSpPr>
          <p:cNvPr id="10" name="Text 8"/>
          <p:cNvSpPr/>
          <p:nvPr/>
        </p:nvSpPr>
        <p:spPr>
          <a:xfrm>
            <a:off x="3493008" y="1911096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'use' Öneki Kuralı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493008" y="224028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93008" y="2551176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React, sadece 'use' ile başlayan fonksiyonların Hooks kurallarına (koşulsuz çağrım vb.) tabi olduğunu anlar.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1764792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1A2E3F"/>
          </a:solidFill>
          <a:ln/>
        </p:spPr>
      </p:sp>
      <p:sp>
        <p:nvSpPr>
          <p:cNvPr id="14" name="Text 12"/>
          <p:cNvSpPr/>
          <p:nvPr/>
        </p:nvSpPr>
        <p:spPr>
          <a:xfrm>
            <a:off x="6327648" y="1911096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Reusability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27648" y="224028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YENİDEN KULLANIM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27648" y="2551176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Aynı custom hook (örn. useDebouncedValue, useFetch) birden fazla component'te tekrar tekrar kullanılabilir.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730752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E2D4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7307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Örnek:  </a:t>
            </a:r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useDebouncedValue(value, delay) — bir input değerini gecikmeli olarak günceller; arama kutularında API çağrılarını azaltmak için tipik bir kullanım.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MODÜL 2 · Advanced Hooks &amp; Form Management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REACT HOOK FORM (RHF)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Controlled vs Uncontrolled Bileşenler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RHF, </a:t>
            </a:r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uncontrolled (ref tabanlı) yaklaşımla</a:t>
            </a:r>
            <a:pPr indent="0" marL="0">
              <a:buNone/>
            </a:pPr>
            <a:r>
              <a:rPr lang="en-US" sz="12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minimum re-render sağlayarak kurumsal ölçekte performanslı form yönetimi sunar.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764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İki Yaklaşımın Karşılaştırması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30552"/>
            <a:ext cx="8229600" cy="554736"/>
          </a:xfrm>
          <a:prstGeom prst="roundRect">
            <a:avLst>
              <a:gd name="adj" fmla="val 13187"/>
            </a:avLst>
          </a:prstGeom>
          <a:solidFill>
            <a:srgbClr val="1A2E3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85416"/>
            <a:ext cx="246888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Controlled Component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2185416"/>
            <a:ext cx="51206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value={state} onChange={setState}; her tuş vuruşunda React state güncellenir → her tuşta re-render, büyük formlarda yavaş.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776728"/>
            <a:ext cx="8229600" cy="554736"/>
          </a:xfrm>
          <a:prstGeom prst="roundRect">
            <a:avLst>
              <a:gd name="adj" fmla="val 13187"/>
            </a:avLst>
          </a:prstGeom>
          <a:solidFill>
            <a:srgbClr val="1E2D4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831592"/>
            <a:ext cx="246888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Uncontrolled Component (RHF)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831592"/>
            <a:ext cx="51206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 ile DOM'dan değer doğrudan okunur; React state güncellenmez → minimum re-render, yüksek performans.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422904"/>
            <a:ext cx="8229600" cy="554736"/>
          </a:xfrm>
          <a:prstGeom prst="roundRect">
            <a:avLst>
              <a:gd name="adj" fmla="val 13187"/>
            </a:avLst>
          </a:prstGeom>
          <a:solidFill>
            <a:srgbClr val="1A2E3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477768"/>
            <a:ext cx="246888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 Zaman Hangisi?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3477768"/>
            <a:ext cx="51206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Küçük formlarda (2-3 alan) controlled sorun değildir; onlarca alanlı kurumsal formlarda RHF (uncontrolled) tercih edilmelidir.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E2D4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160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Performans Etkisi:  </a:t>
            </a:r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Controlled formlarda her tuş vuruşu tüm form ağacını yeniden render edebilir; RHF bu maliyeti ortadan kaldırır.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MODÜL 2 · Advanced Hooks &amp; Form Management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· ZOD İLE SCHEMA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Runtime Doğrulama ve Tip Güvenliği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Zod, TypeScript ile birebir uyumlu, </a:t>
            </a:r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runtime'da çalışan şema doğrulama</a:t>
            </a:r>
            <a:pPr indent="0" marL="0">
              <a:buNone/>
            </a:pPr>
            <a:r>
              <a:rPr lang="en-US" sz="12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kütüphanesidir.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764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RHF + Zod Kombinasyonu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30552"/>
            <a:ext cx="8229600" cy="554736"/>
          </a:xfrm>
          <a:prstGeom prst="roundRect">
            <a:avLst>
              <a:gd name="adj" fmla="val 13187"/>
            </a:avLst>
          </a:prstGeom>
          <a:solidFill>
            <a:srgbClr val="1A2E3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85416"/>
            <a:ext cx="246888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 Tanımı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2185416"/>
            <a:ext cx="51206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z.object({ email: z.string().email(), age: z.number().min(18) }) gibi tek bir şema dosyasında kurallar merkezi olarak tanımlanır.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776728"/>
            <a:ext cx="8229600" cy="554736"/>
          </a:xfrm>
          <a:prstGeom prst="roundRect">
            <a:avLst>
              <a:gd name="adj" fmla="val 13187"/>
            </a:avLst>
          </a:prstGeom>
          <a:solidFill>
            <a:srgbClr val="1E2D4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831592"/>
            <a:ext cx="246888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Runtime Validasyon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831592"/>
            <a:ext cx="51206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submit edildiğinde (veya alan bazlı) zodResolver ile otomatik doğrulama tetiklenir.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422904"/>
            <a:ext cx="8229600" cy="554736"/>
          </a:xfrm>
          <a:prstGeom prst="roundRect">
            <a:avLst>
              <a:gd name="adj" fmla="val 13187"/>
            </a:avLst>
          </a:prstGeom>
          <a:solidFill>
            <a:srgbClr val="1A2E3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477768"/>
            <a:ext cx="246888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Inference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3477768"/>
            <a:ext cx="51206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z.infer&lt;typeof schema&gt; ile TypeScript tipi şemadan otomatik türetilir — elle interface yazmaya gerek kalmaz.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E2D4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160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Best Practice:  </a:t>
            </a:r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Kurumsal formlarda her zaman RHF + Zod kombinasyonunu tercih edin: validasyon kuralları tek bir şemada tanımlanır ve hem client hem server tarafında yeniden kullanılabilir.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MODÜL 2 · Advanced Hooks &amp; Form Management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MODÜL 2 · ÖZET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Anahtar Çıkarımlar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256032" cy="25603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61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 component'i, useMemo hesaplanan değeri, useCallback fonksiyonu memoize eder — her biri farklı bir maliyeti önler; aşırı kullanım performansı düşürebilir.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847088"/>
            <a:ext cx="256032" cy="25603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47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819656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useRef render tetiklemeden değer saklar; useLayoutEffect paint öncesi senkron çalışır; useImperativeHandle child'a özel bir ref API'si sunar.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432304"/>
            <a:ext cx="256032" cy="25603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32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404872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hook'lar iş mantığını UI'dan ayırır ve 'use' önekiyle React'in Hooks kurallarına tabi olur — reusable ve test edilebilir kod sağlar.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256032" cy="25603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17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990088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RHF'nin uncontrolled yaklaşımı DOM'dan değeri doğrudan okuyarak re-render maliyetini ortadan kaldırır.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256032" cy="25603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602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575304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Zod, form verisine hem runtime doğrulama hem TypeScript tip güvenliği kazandırır — RHF ile birlikte kurumsal form standardıdır.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4297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Sıradaki: Modül 3 — State Yönetimi (Context API &amp; Zustand)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MODÜL 2 · Advanced Hooks &amp; Form Management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2026-08-16T13:18:20Z</dcterms:created>
  <dcterms:modified xsi:type="dcterms:W3CDTF">2026-08-16T13:18:20Z</dcterms:modified>
</cp:coreProperties>
</file>